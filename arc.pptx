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/>
    <p:restoredTop sz="93124"/>
  </p:normalViewPr>
  <p:slideViewPr>
    <p:cSldViewPr snapToGrid="0">
      <p:cViewPr varScale="1">
        <p:scale>
          <a:sx n="107" d="100"/>
          <a:sy n="107" d="100"/>
        </p:scale>
        <p:origin x="127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6961-EF0A-B349-B85C-7BE2F04550D7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D9E8D-6D51-084F-A921-946273B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2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D9E8D-6D51-084F-A921-946273B71B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2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CAF2-EDCC-787C-A75A-1A0CFD0B0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6CA53-14E5-B530-0B69-3A5D6B4F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64A91-6ED8-5BFB-5196-20E3EEA6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95B4B-DA1E-4B8F-8AC0-EEC6C298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B172F-F5C8-F96F-01A2-3C3744A1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9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59D-6226-3452-04EA-7785F770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CFBE-26F2-978D-F559-BE11C0CC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56C19-7AE3-0AF0-8313-4620257F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BCE7F-8C09-D779-BB31-AEBCEAF4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FA568-D94F-F6C9-B4C2-08FBDA82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6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EBE3-3CF5-3A5C-99DD-AAFFE863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17A9-38E2-A90B-EE52-9C1542932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3BA10-1626-543F-5C90-41A9FF91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9E5A-5A79-A97D-096E-A5F10519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4C85-47E6-40E6-6E69-0912A41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AB52-9BAC-9E47-E4F3-B2498940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7355-033A-E026-A29F-6CD50B37A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C4F47-FD29-1891-475E-62FF2770A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7753B-667B-93C0-479F-DB492F84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7103A-A4CB-B976-1F61-AFB940F3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C62B3-BC61-7843-3D3E-0CA2533F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E2ED-C211-14D4-059F-5B71034D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050DE-FB95-9228-96CD-185AD0E6D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095DF-55B9-8E1A-E3E9-3176FE62C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147CE-B6B5-91FB-9F6B-3A8790846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B38CF-C01D-0259-18A9-7D619CB67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70053-D099-0BCF-2BE5-14C7746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068FB-935B-457C-8AFB-4D5E7755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D3C22-7C4E-2270-1C40-DE9D20D2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4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4FF4-CB53-89F0-014F-95C49A82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1908C-091F-C757-7F67-1108C679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A904A-87E8-388F-D3C9-594E4781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F1A3C-1969-7F4A-845D-531ADCC0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7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337FB-A3CD-54F5-5837-E37AEBCE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08631-664A-840C-B8A9-F77D398C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62FAE-8EC0-D1FD-3B16-40E7EE44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4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235C-A2AC-18D8-CB06-38DB6F4A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790F4-C231-B1FB-0C9D-E8A4CC49E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7170F-CFC2-5A01-49BD-C148E3407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4D947-211D-EB96-ECCE-F24AC6E6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7C58D-FE55-8AD4-2896-44CEFBAF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08D65-C251-59B1-74C5-1B2CC1D9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3C3B-16BD-E4E8-CC00-F0C47016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095BB-8CAF-D49B-5CA7-DEFE840E0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36691-7D0F-2766-2B80-E20379579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4CB4B-9E63-4FDF-3E85-088E961B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914DD-53BE-61BF-2D94-65873A40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AA9D5-9571-006D-98D1-B21969FD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2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E0BF-1B48-B8E2-A44D-2582B698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0EA04-075D-B037-78DB-399E58B58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750A-A881-E07B-C7F7-47B1E666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FFCB9-B4ED-08EF-B7D9-A11EF813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2527-318F-7E29-6753-BE05FFF3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6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78A8C-0321-0D86-503A-EDDD94D4A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B5BD8-795B-F4A7-581B-E71A5C879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846AE-C4F1-F7E4-588A-969AC1B9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21C2F-6105-06E4-7224-0E23DC07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02F16-D4EB-50B8-0C95-EEC624DF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8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AAFCC-1407-EFE3-5CA5-BE897456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74822-6BB7-71E8-ACB6-AAC7AF299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6B718-749E-144A-368A-ACBBCD7B9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3ED95-618C-5446-A0BD-7B709DECB4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6D26-B947-D0AC-D613-90C789765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02897-8D66-6C39-F0FB-394F4FD22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A9256-7519-DA4C-A8FE-58CCD20B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9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17080B97-CDC9-E8D6-3A07-7B3C156CE8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81" b="28925"/>
          <a:stretch/>
        </p:blipFill>
        <p:spPr>
          <a:xfrm>
            <a:off x="2472277" y="1673774"/>
            <a:ext cx="7449394" cy="3510452"/>
          </a:xfrm>
          <a:prstGeom prst="rect">
            <a:avLst/>
          </a:prstGeom>
        </p:spPr>
      </p:pic>
      <p:pic>
        <p:nvPicPr>
          <p:cNvPr id="5" name="Picture 4" descr="A car on a road at night&#10;&#10;AI-generated content may be incorrect.">
            <a:extLst>
              <a:ext uri="{FF2B5EF4-FFF2-40B4-BE49-F238E27FC236}">
                <a16:creationId xmlns:a16="http://schemas.microsoft.com/office/drawing/2014/main" id="{6E0E4981-9F17-DBC3-247E-BB738E64E6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533" t="4841" r="18986" b="12494"/>
          <a:stretch/>
        </p:blipFill>
        <p:spPr>
          <a:xfrm>
            <a:off x="3173931" y="620486"/>
            <a:ext cx="1336027" cy="1050662"/>
          </a:xfrm>
          <a:prstGeom prst="rect">
            <a:avLst/>
          </a:prstGeom>
        </p:spPr>
      </p:pic>
      <p:pic>
        <p:nvPicPr>
          <p:cNvPr id="6" name="Picture 5" descr="A car driving on a road at night&#10;&#10;AI-generated content may be incorrect.">
            <a:extLst>
              <a:ext uri="{FF2B5EF4-FFF2-40B4-BE49-F238E27FC236}">
                <a16:creationId xmlns:a16="http://schemas.microsoft.com/office/drawing/2014/main" id="{C7ECDD40-CF6D-CBEC-6494-AE9C14A74D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960" t="9658" r="23888" b="18520"/>
          <a:stretch/>
        </p:blipFill>
        <p:spPr>
          <a:xfrm>
            <a:off x="8066577" y="620486"/>
            <a:ext cx="1405430" cy="1050662"/>
          </a:xfrm>
          <a:prstGeom prst="rect">
            <a:avLst/>
          </a:prstGeom>
        </p:spPr>
      </p:pic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B1CE7217-5C61-DC19-88CE-51DB7D1AD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844" y="252186"/>
            <a:ext cx="2108200" cy="368300"/>
          </a:xfrm>
          <a:prstGeom prst="rect">
            <a:avLst/>
          </a:prstGeom>
        </p:spPr>
      </p:pic>
      <p:pic>
        <p:nvPicPr>
          <p:cNvPr id="10" name="Picture 9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73E6603F-2B04-E006-8A4D-A2C430EE51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207" y="290286"/>
            <a:ext cx="1574800" cy="330200"/>
          </a:xfrm>
          <a:prstGeom prst="rect">
            <a:avLst/>
          </a:prstGeom>
        </p:spPr>
      </p:pic>
      <p:pic>
        <p:nvPicPr>
          <p:cNvPr id="11" name="Picture 10" descr="A car driving on a wet road&#10;&#10;AI-generated content may be incorrect.">
            <a:extLst>
              <a:ext uri="{FF2B5EF4-FFF2-40B4-BE49-F238E27FC236}">
                <a16:creationId xmlns:a16="http://schemas.microsoft.com/office/drawing/2014/main" id="{DC1D0C8E-D320-335C-7305-3737EE4AAE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7347" y="5473464"/>
            <a:ext cx="1367939" cy="136058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30EA58-F759-62F9-D713-650E14F6C390}"/>
              </a:ext>
            </a:extLst>
          </p:cNvPr>
          <p:cNvCxnSpPr/>
          <p:nvPr/>
        </p:nvCxnSpPr>
        <p:spPr>
          <a:xfrm>
            <a:off x="6281315" y="5054139"/>
            <a:ext cx="0" cy="20993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EF4D3D-407E-995E-41F9-811D2BEC6B25}"/>
              </a:ext>
            </a:extLst>
          </p:cNvPr>
          <p:cNvSpPr txBox="1"/>
          <p:nvPr/>
        </p:nvSpPr>
        <p:spPr>
          <a:xfrm>
            <a:off x="5721315" y="5227243"/>
            <a:ext cx="1853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Output Image </a:t>
            </a:r>
          </a:p>
        </p:txBody>
      </p:sp>
    </p:spTree>
    <p:extLst>
      <p:ext uri="{BB962C8B-B14F-4D97-AF65-F5344CB8AC3E}">
        <p14:creationId xmlns:p14="http://schemas.microsoft.com/office/powerpoint/2010/main" val="419377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3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MEGHANA G</dc:creator>
  <cp:lastModifiedBy>MEGHANA G</cp:lastModifiedBy>
  <cp:revision>2</cp:revision>
  <dcterms:created xsi:type="dcterms:W3CDTF">2026-03-27T09:02:53Z</dcterms:created>
  <dcterms:modified xsi:type="dcterms:W3CDTF">2026-03-28T03:26:34Z</dcterms:modified>
</cp:coreProperties>
</file>